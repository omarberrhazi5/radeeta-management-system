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test
- item 1
- item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Test SVG + Notes</a:t>
            </a:r>
            <a:endParaRPr lang="en-US" sz="2400" dirty="0"/>
          </a:p>
        </p:txBody>
      </p:sp>
      <p:pic>
        <p:nvPicPr>
          <p:cNvPr id="3" name="Image 0" descr="docs/uml-assets/use-case-diagra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9144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2026-05-10T07:30:26Z</dcterms:created>
  <dcterms:modified xsi:type="dcterms:W3CDTF">2026-05-10T07:30:26Z</dcterms:modified>
</cp:coreProperties>
</file>